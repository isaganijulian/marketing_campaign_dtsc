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13b52544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13b52544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13b5254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13b5254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13b52544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13b52544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13b52544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13b52544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13b52544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13b52544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13b52544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13b52544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13b52544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13b52544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13b52544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13b52544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13b52544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13b52544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3b52544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13b52544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13b52544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13b52544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ve this slide match the rest of my slides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